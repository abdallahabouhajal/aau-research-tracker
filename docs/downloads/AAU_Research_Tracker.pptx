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7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194560"/>
            <a:ext cx="105156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1">
                <a:solidFill>
                  <a:srgbClr val="FFFFFF"/>
                </a:solidFill>
              </a:rPr>
              <a:t>Al Ain University research output</a:t>
            </a:r>
          </a:p>
          <a:p>
            <a:r>
              <a:rPr sz="2000">
                <a:solidFill>
                  <a:srgbClr val="D5E8DC"/>
                </a:solidFill>
              </a:rPr>
              <a:t>1,338 papers · 558 authors · 184 on the faculty roster</a:t>
            </a:r>
          </a:p>
          <a:p>
            <a:r>
              <a:rPr sz="1300">
                <a:solidFill>
                  <a:srgbClr val="B9D9C6"/>
                </a:solidFill>
              </a:rPr>
              <a:t>Nothing is counted unless the paper itself prints an AAU address. Generated 2026-09-07.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_papers_by_colle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0080"/>
            <a:ext cx="10881360" cy="6031111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_faculty_by_colle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0080"/>
            <a:ext cx="10881360" cy="515933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3_authors_spl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0080"/>
            <a:ext cx="10881360" cy="3234999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4_top_autho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0080"/>
            <a:ext cx="10881360" cy="708949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5_h_index_vs_outp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0080"/>
            <a:ext cx="10881360" cy="657199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6_papers_per_ye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0080"/>
            <a:ext cx="10881360" cy="7459073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7_programmes_per_sta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0080"/>
            <a:ext cx="10881360" cy="705933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8_impact_against_volu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0080"/>
            <a:ext cx="10881360" cy="720641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9_partner_institu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0080"/>
            <a:ext cx="10881360" cy="6754405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0_partner_countr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0080"/>
            <a:ext cx="10881360" cy="7172383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1_citation_concentr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0080"/>
            <a:ext cx="10881360" cy="632619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