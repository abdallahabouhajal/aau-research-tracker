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4,245 papers · 555 authors · 181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2026-08-28.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9701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