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Al Ain University research output</a:t>
            </a:r>
          </a:p>
          <a:p>
            <a:r>
              <a:rPr sz="2000">
                <a:solidFill>
                  <a:srgbClr val="D5E8DC"/>
                </a:solidFill>
              </a:rPr>
              <a:t>2,330 papers · 548 authors · 174 on the faculty roster</a:t>
            </a:r>
          </a:p>
          <a:p>
            <a:r>
              <a:rPr sz="1300">
                <a:solidFill>
                  <a:srgbClr val="B9D9C6"/>
                </a:solidFill>
              </a:rPr>
              <a:t>Nothing is counted unless the paper itself prints an AAU address. Generated 2026-08-29.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papers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03111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faculty_by_colle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515933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author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323499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op_auth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9701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h_index_vs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10881360" cy="65719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