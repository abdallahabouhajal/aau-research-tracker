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4,245 papers · 545 authors · 171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