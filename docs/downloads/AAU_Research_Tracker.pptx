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522 papers · 555 authors · 181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097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85047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