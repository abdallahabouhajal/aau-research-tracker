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1,390 papers · 558 authors · 184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2026-09-28.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894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apers_per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4590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ogrammes_per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59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mpact_against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2064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partner_instit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754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partner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1723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itation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326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