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4,245 papers · 545 authors · 170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2026-08-27.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0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159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34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9701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5719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