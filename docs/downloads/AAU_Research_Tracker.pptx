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1,338 papers · 536 authors · 169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1106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2388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147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637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6165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