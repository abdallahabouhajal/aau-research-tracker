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4,285 papers · 557 authors · 183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