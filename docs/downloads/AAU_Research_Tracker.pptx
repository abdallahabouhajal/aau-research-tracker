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</a:rPr>
              <a:t>Al Ain University research output</a:t>
            </a:r>
          </a:p>
          <a:p>
            <a:r>
              <a:rPr sz="2000">
                <a:solidFill>
                  <a:srgbClr val="D5E8DC"/>
                </a:solidFill>
              </a:rPr>
              <a:t>1,377 papers · 558 authors · 184 on the faculty roster</a:t>
            </a:r>
          </a:p>
          <a:p>
            <a:r>
              <a:rPr sz="1300">
                <a:solidFill>
                  <a:srgbClr val="B9D9C6"/>
                </a:solidFill>
              </a:rPr>
              <a:t>Nothing is counted unless the paper itself prints an AAU address. Generated 2026-09-14.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papers_by_colle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603111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faculty_by_colle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515933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authors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323499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top_auth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708949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h_index_vs_out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657199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papers_per_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745907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_programmes_per_sta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705933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_impact_against_volu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720641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_partner_instit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675440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_partner_count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717238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_citation_concent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632619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