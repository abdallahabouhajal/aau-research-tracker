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Al Ain University research output</a:t>
            </a:r>
          </a:p>
          <a:p>
            <a:r>
              <a:rPr sz="2000">
                <a:solidFill>
                  <a:srgbClr val="D5E8DC"/>
                </a:solidFill>
              </a:rPr>
              <a:t>1,390 papers · 558 authors · 184 on the faculty roster</a:t>
            </a:r>
          </a:p>
          <a:p>
            <a:r>
              <a:rPr sz="1300">
                <a:solidFill>
                  <a:srgbClr val="B9D9C6"/>
                </a:solidFill>
              </a:rPr>
              <a:t>Nothing is counted unless the paper itself prints an AAU address. Generated 2026-10-12.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apers_by_coll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6031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faculty_by_coll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51593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authors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3234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top_aut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70894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h_index_vs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6571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pers_per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74590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programmes_per_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7059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impact_against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72064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partner_instit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67544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partner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71723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citation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881360" cy="6326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