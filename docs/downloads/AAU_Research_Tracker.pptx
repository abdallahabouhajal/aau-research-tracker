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Al Ain University research output</a:t>
            </a:r>
          </a:p>
          <a:p>
            <a:r>
              <a:rPr sz="2000">
                <a:solidFill>
                  <a:srgbClr val="D5E8DC"/>
                </a:solidFill>
              </a:rPr>
              <a:t>1,338 papers · 558 authors · 184 on the faculty roster</a:t>
            </a:r>
          </a:p>
          <a:p>
            <a:r>
              <a:rPr sz="1300">
                <a:solidFill>
                  <a:srgbClr val="B9D9C6"/>
                </a:solidFill>
              </a:rPr>
              <a:t>Nothing is counted unless the paper itself prints an AAU address. Generated 2026-08-31.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apers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0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faculty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51593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uthor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3234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op_auth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0894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h_index_vs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5719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papers_per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4590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programmes_per_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0593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impact_against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2064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partner_instit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7544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partner_coun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17238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citation_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3261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