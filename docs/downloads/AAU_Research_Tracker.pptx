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3,204 papers · 556 authors · 182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2026-08-28.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970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